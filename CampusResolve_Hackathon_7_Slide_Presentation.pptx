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17536" y="329184"/>
            <a:ext cx="3840480" cy="3840480"/>
          </a:xfrm>
          <a:prstGeom prst="ellipse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57616" y="969264"/>
            <a:ext cx="2560320" cy="2560320"/>
          </a:xfrm>
          <a:prstGeom prst="ellipse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42832" y="1517904"/>
            <a:ext cx="1463040" cy="1463040"/>
          </a:xfrm>
          <a:prstGeom prst="ellipse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11480" y="276156"/>
            <a:ext cx="7772400" cy="658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5F8FF"/>
                </a:solidFill>
                <a:latin typeface="Aptos"/>
              </a:defRPr>
            </a:pPr>
            <a:r>
              <a:rPr dirty="0"/>
              <a:t>Campus</a:t>
            </a:r>
            <a:r>
              <a:rPr lang="en-US" dirty="0"/>
              <a:t> </a:t>
            </a:r>
            <a:r>
              <a:rPr dirty="0"/>
              <a:t>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197864"/>
            <a:ext cx="67665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rPr dirty="0"/>
              <a:t>Campus Complaint</a:t>
            </a:r>
          </a:p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rPr dirty="0"/>
              <a:t>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2404872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8D6D2"/>
                </a:solidFill>
                <a:latin typeface="Aptos"/>
              </a:defRPr>
            </a:pPr>
            <a:r>
              <a:rPr dirty="0"/>
              <a:t>Report. Track. Resolve.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1" y="2953512"/>
            <a:ext cx="61264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4C2D8"/>
                </a:solidFill>
                <a:latin typeface="Aptos"/>
              </a:defRPr>
            </a:pPr>
            <a:r>
              <a:rPr dirty="0"/>
              <a:t>A digital grievance workflow connecting students and campus administrators.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76472"/>
            <a:ext cx="4873752" cy="2350008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440" y="3897144"/>
            <a:ext cx="4111752" cy="22154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rPr sz="2000" dirty="0"/>
              <a:t>TEAM</a:t>
            </a:r>
            <a:r>
              <a:rPr lang="en-US" sz="2000" dirty="0"/>
              <a:t> :-  3</a:t>
            </a:r>
          </a:p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rPr lang="en-IN" sz="2000" dirty="0"/>
              <a:t>Name  :- G Dheeraj</a:t>
            </a:r>
          </a:p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rPr lang="en-IN" sz="2000" dirty="0"/>
              <a:t>Name :- G Vishnu Vardhan Reddy</a:t>
            </a:r>
          </a:p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rPr lang="en-IN" sz="2000" dirty="0"/>
              <a:t>Name :- Chinna Raju</a:t>
            </a:r>
          </a:p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r>
              <a:rPr lang="en-IN" sz="2000" dirty="0"/>
              <a:t>Name :- Shaik Shareef</a:t>
            </a:r>
          </a:p>
          <a:p>
            <a:pPr>
              <a:spcAft>
                <a:spcPts val="700"/>
              </a:spcAft>
              <a:defRPr sz="1000" b="1">
                <a:solidFill>
                  <a:srgbClr val="F5F8FF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83680" y="6126480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B4C2D8"/>
                </a:solidFill>
                <a:latin typeface="Aptos"/>
              </a:defRPr>
            </a:pPr>
            <a:r>
              <a:rPr dirty="0"/>
              <a:t>React  •  Node.js  •  Express  • 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02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Campus issues shouldn’t disappear into a register.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4C2D8"/>
                </a:solidFill>
                <a:latin typeface="Aptos"/>
              </a:defRPr>
            </a:pPr>
            <a:r>
              <a:t>Traditional complaint handling often lacks visibility, ownership and timely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3429000" cy="23317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6E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Lost complaints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8"/>
                </a:solidFill>
                <a:latin typeface="Aptos"/>
              </a:defRPr>
            </a:pPr>
            <a:r>
              <a:t>Paper registers and informal emails can be missed or misplaced.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560320"/>
            <a:ext cx="3429000" cy="23317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816352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B5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4612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No status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79476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8"/>
                </a:solidFill>
                <a:latin typeface="Aptos"/>
              </a:defRPr>
            </a:pPr>
            <a:r>
              <a:t>Students may not know who is handling an issue or when it will be resolved.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560320"/>
            <a:ext cx="3429000" cy="23317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816352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771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4612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Slow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9476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8"/>
                </a:solidFill>
                <a:latin typeface="Aptos"/>
              </a:defRPr>
            </a:pPr>
            <a:r>
              <a:t>Urgent Wi-Fi, lab, electrical or cleanliness problems may not reach the right team.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85232"/>
            <a:ext cx="9235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One accountable place to submit, prioritize, track and close campus complaints.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03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From complaint submission to accountable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4C2D8"/>
                </a:solidFill>
                <a:latin typeface="Aptos"/>
              </a:defRPr>
            </a:pPr>
            <a:r>
              <a:t>CampusResolve brings reporting, tracking and administration into one role-based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5166360" cy="12344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23160"/>
            <a:ext cx="73152" cy="1234440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6032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Structured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44368"/>
            <a:ext cx="39776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Category, campus location, urgency and optional photo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5166360" cy="12344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423160"/>
            <a:ext cx="73152" cy="1234440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9771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6032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Unique tracking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44368"/>
            <a:ext cx="39776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Each complaint receives a CMP reference number and a status timeline.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5166360" cy="12344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977639"/>
            <a:ext cx="73152" cy="1234440"/>
          </a:xfrm>
          <a:prstGeom prst="rect">
            <a:avLst/>
          </a:prstGeom>
          <a:solidFill>
            <a:srgbClr val="57DC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57DCA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1480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Admin prioritization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98848"/>
            <a:ext cx="39776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Administrators review trends, prioritize critical issues and assign departments.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166360" cy="12344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73152" cy="1234440"/>
          </a:xfrm>
          <a:prstGeom prst="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B5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1480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Audited status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98848"/>
            <a:ext cx="3977639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Official remarks and status history improve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04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6984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A clear path from issue to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33172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1993392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Student submits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issue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6974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8D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240280"/>
            <a:ext cx="233172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4688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9771FF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34640"/>
            <a:ext cx="1993392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Validate and store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complaint via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6" y="26974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8D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2240280"/>
            <a:ext cx="233172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79" y="24688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B55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834640"/>
            <a:ext cx="1993392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Admin reviews,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prioritizes &amp; assigns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26974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8D6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9448" y="2240280"/>
            <a:ext cx="233172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2468880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57DCA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34640"/>
            <a:ext cx="1993392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Status timeline and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resolution update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43400"/>
            <a:ext cx="10241280" cy="9601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55371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8D6D2"/>
                </a:solidFill>
                <a:latin typeface="Aptos"/>
              </a:defRPr>
            </a:pPr>
            <a:r>
              <a:t>Student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507992"/>
            <a:ext cx="7863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Login → Submit complaint → Receive CMP ID → Track updates → Confirm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69280"/>
            <a:ext cx="9966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4C2D8"/>
                </a:solidFill>
                <a:latin typeface="Aptos"/>
              </a:defRPr>
            </a:pPr>
            <a:r>
              <a:t>Admin journey: Dashboard → Review queue → Prioritize/assign → Update status + remarks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05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TECHNOLOGY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5F8FF"/>
                </a:solidFill>
                <a:latin typeface="Aptos"/>
              </a:defRPr>
            </a:pPr>
            <a:r>
              <a:t>A modern MERN stack with security built into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51460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240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React 19 • Vite 8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Tailwind CSS • React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57400"/>
            <a:ext cx="251460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2677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9771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2240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Node.js • Express.js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REST APIs •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251460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2677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57DCA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2240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MongoDB • Mongoose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Persistent complaint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057400"/>
            <a:ext cx="2514600" cy="141732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64040" y="226771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B55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697480"/>
            <a:ext cx="2240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JWT • bcryptjs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RBAC • Helmet •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CORE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22776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Workflow + role-based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434840"/>
            <a:ext cx="10241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4C2D8"/>
                </a:solidFill>
                <a:latin typeface="Aptos"/>
              </a:defRPr>
            </a:pPr>
            <a:r>
              <a:t>No optimization algorithm is claimed; the main logic is validation, authorization, persistence and status-history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49240"/>
            <a:ext cx="4983480" cy="64008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532120"/>
            <a:ext cx="4617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t>API request handling: O(1) average lookup is data-structure dependent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5349240"/>
            <a:ext cx="4983480" cy="64008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532120"/>
            <a:ext cx="4617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t>Complaint listing: typically O(n) to return n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06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rPr dirty="0"/>
              <a:t>Show the full lifecycle—not just the landing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537960" cy="388620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5989320" cy="502920"/>
          </a:xfrm>
          <a:prstGeom prst="roundRect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5303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CampusResolve  /  Complaint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1783080" cy="822960"/>
          </a:xfrm>
          <a:prstGeom prst="roundRect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054096"/>
            <a:ext cx="1554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4C2D8"/>
                </a:solidFill>
                <a:latin typeface="Aptos"/>
              </a:defRPr>
            </a:pPr>
            <a:r>
              <a:t>REFERENCE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337560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CMP-2026-00124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926080"/>
            <a:ext cx="1783080" cy="822960"/>
          </a:xfrm>
          <a:prstGeom prst="roundRect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3054096"/>
            <a:ext cx="1554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4C2D8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337560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B55F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926080"/>
            <a:ext cx="1783080" cy="822960"/>
          </a:xfrm>
          <a:prstGeom prst="roundRect">
            <a:avLst/>
          </a:prstGeom>
          <a:solidFill>
            <a:srgbClr val="0C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3054096"/>
            <a:ext cx="1554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4C2D8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3337560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6E82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069080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t>Sample complaint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434840"/>
            <a:ext cx="5394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Category: Campus Wi-Fi</a:t>
            </a:r>
          </a:p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Location: Engineering Block, Floor 2</a:t>
            </a:r>
          </a:p>
          <a:p>
            <a:pPr>
              <a:spcAft>
                <a:spcPts val="700"/>
              </a:spcAft>
              <a:defRPr sz="1200" b="0">
                <a:solidFill>
                  <a:srgbClr val="B4C2D8"/>
                </a:solidFill>
                <a:latin typeface="Aptos"/>
              </a:defRPr>
            </a:pPr>
            <a:r>
              <a:t>Student receives status history and admin remarks.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05740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8D6D2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560320"/>
            <a:ext cx="384048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Register/login as a student</a:t>
            </a:r>
          </a:p>
          <a:p>
            <a:pPr>
              <a:spcAft>
                <a:spcPts val="11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Submit a complaint with category and urgency</a:t>
            </a:r>
          </a:p>
          <a:p>
            <a:pPr>
              <a:spcAft>
                <a:spcPts val="11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Copy the generated CMP reference ID</a:t>
            </a:r>
          </a:p>
          <a:p>
            <a:pPr>
              <a:spcAft>
                <a:spcPts val="11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Sign in as admin and update status</a:t>
            </a:r>
          </a:p>
          <a:p>
            <a:pPr>
              <a:spcAft>
                <a:spcPts val="1100"/>
              </a:spcAft>
              <a:defRPr sz="1300">
                <a:solidFill>
                  <a:srgbClr val="F5F8FF"/>
                </a:solidFill>
                <a:latin typeface="Aptos"/>
              </a:defRPr>
            </a:pPr>
            <a:r>
              <a:t>•  Return as student to verify the timeline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5257800"/>
            <a:ext cx="3657600" cy="59436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45552" y="5431536"/>
            <a:ext cx="3337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7DCA1"/>
                </a:solidFill>
                <a:latin typeface="Aptos"/>
              </a:defRPr>
            </a:pPr>
            <a:r>
              <a:t>Impact: transparency • accountability •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0760"/>
            <a:ext cx="10789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8"/>
                </a:solidFill>
                <a:latin typeface="Aptos"/>
              </a:defRPr>
            </a:pPr>
            <a:r>
              <a:t>Sample values are illustrative; replace with actual live-demo screenshots and measured test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7040" y="320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07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t>FUTURE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685800" cy="41148"/>
          </a:xfrm>
          <a:prstGeom prst="rect">
            <a:avLst/>
          </a:prstGeom>
          <a:solidFill>
            <a:srgbClr val="3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25880" y="749808"/>
            <a:ext cx="228600" cy="41148"/>
          </a:xfrm>
          <a:prstGeom prst="rect">
            <a:avLst/>
          </a:prstGeom>
          <a:solidFill>
            <a:srgbClr val="97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A smarter, campus-wide resolution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83280" cy="21488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38D6D2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97180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Digital complaint submission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Student/admin role separation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Unique IDs + status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383280" cy="21488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267712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771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97180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Email/SMS notifications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SLA timers and escalation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Mobile-friendly PWA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11680"/>
            <a:ext cx="3383280" cy="2148840"/>
          </a:xfrm>
          <a:prstGeom prst="roundRect">
            <a:avLst/>
          </a:prstGeom>
          <a:solidFill>
            <a:srgbClr val="16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267712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7DCA1"/>
                </a:solidFill>
                <a:latin typeface="Aptos"/>
              </a:defRPr>
            </a:pPr>
            <a:r>
              <a:t>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97480"/>
            <a:ext cx="2971800" cy="1234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Analytics by location/category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Cloud deployment + backups</a:t>
            </a:r>
          </a:p>
          <a:p>
            <a:pPr>
              <a:spcAft>
                <a:spcPts val="11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Monitoring and load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8D6D2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10912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t>Every campus complaint deserves a clear owner, a visible status and a documented resolution.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971032"/>
            <a:ext cx="3154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0C1630"/>
                </a:solidFill>
                <a:latin typeface="Aptos"/>
              </a:defRPr>
            </a:pPr>
            <a:r>
              <a:t>THANK YOU  •  Q&amp;A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EF9E3-A33A-52D3-5C30-002B7F02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00ED0-B132-4A42-D428-0D73190399D4}"/>
              </a:ext>
            </a:extLst>
          </p:cNvPr>
          <p:cNvSpPr txBox="1"/>
          <p:nvPr/>
        </p:nvSpPr>
        <p:spPr>
          <a:xfrm>
            <a:off x="10607040" y="320040"/>
            <a:ext cx="11430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D6D2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 /  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6F7484-4D6A-F049-46CF-BC8DC8E458FF}"/>
              </a:ext>
            </a:extLst>
          </p:cNvPr>
          <p:cNvSpPr txBox="1"/>
          <p:nvPr/>
        </p:nvSpPr>
        <p:spPr>
          <a:xfrm>
            <a:off x="4526280" y="5971032"/>
            <a:ext cx="3154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0C1630"/>
                </a:solidFill>
                <a:latin typeface="Aptos"/>
              </a:defRPr>
            </a:pPr>
            <a:r>
              <a:t>THANK YOU  •  Q&amp;A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E0A726-AC31-312D-D897-49C283310066}"/>
              </a:ext>
            </a:extLst>
          </p:cNvPr>
          <p:cNvSpPr txBox="1"/>
          <p:nvPr/>
        </p:nvSpPr>
        <p:spPr>
          <a:xfrm>
            <a:off x="3140964" y="2551176"/>
            <a:ext cx="5925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ptos" panose="020B0004020202020204" pitchFamily="34" charset="0"/>
              </a:rPr>
              <a:t>THANK YOU</a:t>
            </a:r>
            <a:endParaRPr lang="en-IN" sz="7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97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616</Words>
  <Application>Microsoft Office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shaikshareefshaikshareef123@outlook.com</cp:lastModifiedBy>
  <cp:revision>2</cp:revision>
  <dcterms:created xsi:type="dcterms:W3CDTF">2013-01-27T09:14:16Z</dcterms:created>
  <dcterms:modified xsi:type="dcterms:W3CDTF">2026-10-10T04:36:44Z</dcterms:modified>
  <cp:category/>
</cp:coreProperties>
</file>